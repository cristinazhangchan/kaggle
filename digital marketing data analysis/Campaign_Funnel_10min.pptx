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Campaign Funnel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B8C4D4"/>
                </a:solidFill>
                <a:latin typeface="Calibri"/>
              </a:rPr>
              <a:t>How I automatically labeled 637 ad campaigns — and what the labels revealed about website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9E89"/>
                </a:solidFill>
                <a:latin typeface="Calibri"/>
              </a:rPr>
              <a:t>Part 1  —  Classify each campaign as top-funnel or bottom-funnel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F9E89"/>
                </a:solidFill>
                <a:latin typeface="Calibri"/>
              </a:rPr>
              <a:t>Part 2  —  Show how funnel strategy fingerprints website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BACKGROUND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▪  An advertising company runs campaigns for many clients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B8C4D4"/>
                </a:solidFill>
                <a:latin typeface="Calibri"/>
              </a:rPr>
              <a:t>    –  On Google, Meta (Facebook), TikTok, and LinkedIn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▪  Every campaign has a PURPOSE — but nobody labeled it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B8C4D4"/>
                </a:solidFill>
                <a:latin typeface="Calibri"/>
              </a:rPr>
              <a:t>    –  Top-funnel  =  reach new people, build awareness  ("say hello to strangers")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B8C4D4"/>
                </a:solidFill>
                <a:latin typeface="Calibri"/>
              </a:rPr>
              <a:t>    –  Bottom-funnel  =  drive sales from warm audiences  ("close the deal")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▪  Why does this matter?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B8C4D4"/>
                </a:solidFill>
                <a:latin typeface="Calibri"/>
              </a:rPr>
              <a:t>    –  You cannot measure a "hello" ad and a "selling" ad the same way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B8C4D4"/>
                </a:solidFill>
                <a:latin typeface="Calibri"/>
              </a:rPr>
              <a:t>    –  They need different budgets, different targets, different reports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▪  My task: automatically label every campaign — top or bottom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554480"/>
            <a:ext cx="3429000" cy="21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00000" y="1700000"/>
            <a:ext cx="29718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9E89"/>
                </a:solidFill>
                <a:latin typeface="Calibri"/>
              </a:rPr>
              <a:t>The core challenge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8C4D4"/>
                </a:solidFill>
                <a:latin typeface="Calibri"/>
              </a:rPr>
              <a:t>Zero labels to start with — a machine learning model needs examples to learn from, but nobody had labeled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METHOD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My Approach: Two Simple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0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No labels exist → a model can't learn. So I created labels first, then trained a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029200" cy="2286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00000"/>
            <a:ext cx="457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9E89"/>
                </a:solidFill>
                <a:latin typeface="Calibri"/>
              </a:rPr>
              <a:t>STEP 1 — Use Rules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B8C4D4"/>
                </a:solidFill>
                <a:latin typeface="Calibri"/>
              </a:rPr>
              <a:t>No model needed. Look at 5 clues in the data:
"Who is the ad targeting?"
"What is the goal?"
"What does the ad look like?"
If the clues agree → assign a label.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3063240"/>
            <a:ext cx="731520" cy="731520"/>
          </a:xfrm>
          <a:prstGeom prst="rightArrow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2286000"/>
            <a:ext cx="5029200" cy="2286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400000"/>
            <a:ext cx="457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9E89"/>
                </a:solidFill>
                <a:latin typeface="Calibri"/>
              </a:rPr>
              <a:t>STEP 2 — Train a Model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B8C4D4"/>
                </a:solidFill>
                <a:latin typeface="Calibri"/>
              </a:rPr>
              <a:t>Use the Step 1 labels as "teaching examples."
The model learns the patterns
and labels ALL 637 campaigns —
including the ones the rules
couldn't figure 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50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5ECEBE"/>
                </a:solidFill>
                <a:latin typeface="Calibri"/>
              </a:rPr>
              <a:t>This two-step approach is called "weak supervision" — start with imperfect labels, then improve with a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STEP 1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Five Clues That Reveal the Campaign's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Clue 1 — Who is the ad targeting?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"Remarketing" (returning visitors) → bottom     •     "Broad audience" → top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Clue 2 — What is the campaign's goal?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"Awareness / Reach" → top     •     "Conversions / Sales" → bottom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Clue 3 — What is the ad optimizing for?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Impressions / Views → top     •     Purchases / Leads → bottom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Clue 4 — What does the ad look like?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Video (storytelling) → top     •     Lead form / product catalog → bottom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Clue 5 — What is the campaign named?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Keywords like "prospecting" / "launch" → top     •     "retarget" / "conversion" → bottom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00000"/>
            <a:ext cx="10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5ECEBE"/>
                </a:solidFill>
                <a:latin typeface="Calibri"/>
              </a:rPr>
              <a:t>Each clue votes independently. The label is set by majority vote.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5ECEBE"/>
                </a:solidFill>
                <a:latin typeface="Calibri"/>
              </a:rPr>
              <a:t>Confidence = how many clues agreed  (high / medium / low).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STEP 1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Results: Rules Labeled 92% of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1600000"/>
            <a:ext cx="2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1F9E89"/>
                </a:solidFill>
                <a:latin typeface="Calibri"/>
              </a:rPr>
              <a:t>91.7%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2500000"/>
            <a:ext cx="2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8C4D4"/>
                </a:solidFill>
                <a:latin typeface="Calibri"/>
              </a:rPr>
              <a:t>of campaigns labeled
by rules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0000" y="1600000"/>
            <a:ext cx="7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High confidence  —  53%   (3+ clues all agree)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Medium confidence  —  32%   (clear majority)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Low confidence  —  7%   (weak / conflicting signals)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Unlabeled  —  8%   (no clue fired at all)</a:t>
            </a:r>
          </a:p>
        </p:txBody>
      </p:sp>
      <p:pic>
        <p:nvPicPr>
          <p:cNvPr id="9" name="Picture 8" descr="slide_7_Picture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00000"/>
            <a:ext cx="10500000" cy="300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" y="5800000"/>
            <a:ext cx="10972800" cy="8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585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9E89"/>
                </a:solidFill>
                <a:latin typeface="Calibri"/>
              </a:rPr>
              <a:t>Key decision:  </a:t>
            </a:r>
            <a:r>
              <a:rPr sz="1500">
                <a:solidFill>
                  <a:srgbClr val="FFFFFF"/>
                </a:solidFill>
                <a:latin typeface="Calibri"/>
              </a:rPr>
              <a:t>Only HIGH + MEDIUM labels train the model.  Low-confidence &amp; unlabeled → the model predicts these.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STEP 2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Training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540 campaigns with confident labels → used as training data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Two models compared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A simple one (Logistic Regression) — fast, easy to explain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A more complex one (LightGBM) — can catch more patterns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Important safeguard: tested by holding out entire clients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One client names all their ads in a similar style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If some of their ads are in training and some in testing,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the model could recognize the style instead of learning the real pattern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So I kept all of one client's ads on the same side → honest test score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Labels I was more confident about counted more during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STEP 2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1400000"/>
            <a:ext cx="2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1F9E89"/>
                </a:solidFill>
                <a:latin typeface="Calibri"/>
              </a:rPr>
              <a:t>0.994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300000"/>
            <a:ext cx="2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8C4D4"/>
                </a:solidFill>
                <a:latin typeface="Calibri"/>
              </a:rPr>
              <a:t>Model accuracy
(AUC score, out of 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000" y="1400000"/>
            <a:ext cx="2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1F9E89"/>
                </a:solidFill>
                <a:latin typeface="Calibri"/>
              </a:rPr>
              <a:t>97.6%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000" y="2300000"/>
            <a:ext cx="2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8C4D4"/>
                </a:solidFill>
                <a:latin typeface="Calibri"/>
              </a:rPr>
              <a:t>Agreement with
Step 1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0000" y="1400000"/>
            <a:ext cx="2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321 / 316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0000" y="2300000"/>
            <a:ext cx="2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8C4D4"/>
                </a:solidFill>
                <a:latin typeface="Calibri"/>
              </a:rPr>
              <a:t>Top / Bottom
final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0000"/>
            <a:ext cx="105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The simple model (Logistic Regression) won — AUC 0.994 vs 0.985 for the complex one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B8C4D4"/>
                </a:solidFill>
                <a:latin typeface="Calibri"/>
              </a:rPr>
              <a:t>    –  When a simple approach works just as well, choose simple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97.6% agreement with the rules means the model learned the right patterns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B8C4D4"/>
                </a:solidFill>
                <a:latin typeface="Calibri"/>
              </a:rPr>
              <a:t>    –  The 2.4% disagreement is mostly on low-confidence labels — the model may be correcting mistakes</a:t>
            </a:r>
          </a:p>
        </p:txBody>
      </p:sp>
      <p:pic>
        <p:nvPicPr>
          <p:cNvPr id="13" name="Picture 12" descr="slide_11_Picture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4400000"/>
            <a:ext cx="7000000" cy="21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REFLECTION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How Good Is This? — An Honest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5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What went well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Rules labeled 92% of campaigns with measurable confidence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Model generalizes — tested by holding out whole clients (AUC 0.994)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Model and rules agree on 97.6% — consistent, not random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Honest limitation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There is NO independent "answer key"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The model is trained on rule-generated labels, and tested against the same kind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If the rules have a blind spot, the model inherits it — and the test won't catch it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▪  What I would do next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Manually check ~50 random campaigns myself → a small but truly independent test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B8C4D4"/>
                </a:solidFill>
                <a:latin typeface="Calibri"/>
              </a:rPr>
              <a:t>    –  This is the single most important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9E89"/>
                </a:solidFill>
                <a:latin typeface="Calibri"/>
              </a:rPr>
              <a:t>PART 2</a:t>
            </a:r>
          </a:p>
          <a:p>
            <a:r>
              <a:rPr sz="2600" b="1">
                <a:solidFill>
                  <a:srgbClr val="FFFFFF"/>
                </a:solidFill>
                <a:latin typeface="Calibri"/>
              </a:rPr>
              <a:t>Does Ad Strategy Leave a Fingerprint on Website Traffic?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80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New dataset: each client's monthly website traffic — where visitors come from and how they behave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Measured each client's "funnel mix" = share of budget spent on bottom-funnel ads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Clients who spend more on bottom-funnel (selling ads):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B8C4D4"/>
                </a:solidFill>
                <a:latin typeface="Calibri"/>
              </a:rPr>
              <a:t>    –  More direct visits &amp; branded search  •  Higher conversion rate  •  Lower bounce rate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Clients who spend more on top-funnel (awareness ads):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B8C4D4"/>
                </a:solidFill>
                <a:latin typeface="Calibri"/>
              </a:rPr>
              <a:t>    –  More new visitors &amp; social traffic  •  Higher bounce rate  •  More non-branded search</a:t>
            </a:r>
          </a:p>
        </p:txBody>
      </p:sp>
      <p:pic>
        <p:nvPicPr>
          <p:cNvPr id="7" name="Picture 6" descr="slide_17_Picture 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0" y="1371600"/>
            <a:ext cx="5600000" cy="2600000"/>
          </a:xfrm>
          <a:prstGeom prst="rect">
            <a:avLst/>
          </a:prstGeom>
        </p:spPr>
      </p:pic>
      <p:pic>
        <p:nvPicPr>
          <p:cNvPr id="8" name="Picture 7" descr="slide_16_Picture 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00" y="4000000"/>
            <a:ext cx="5600000" cy="26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00000"/>
            <a:ext cx="5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▪  The advertising strategy leaves a clear "fingerprint" on the website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00000"/>
            <a:ext cx="1033272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00000"/>
            <a:ext cx="3000000" cy="45000"/>
          </a:xfrm>
          <a:prstGeom prst="rect">
            <a:avLst/>
          </a:prstGeom>
          <a:solidFill>
            <a:srgbClr val="1F9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00000"/>
            <a:ext cx="10332720" cy="11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0000" y="15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9E89"/>
                </a:solidFill>
                <a:latin typeface="Calibri"/>
              </a:rPr>
              <a:t>Delivered   </a:t>
            </a:r>
            <a:r>
              <a:rPr sz="1600">
                <a:solidFill>
                  <a:srgbClr val="B8C4D4"/>
                </a:solidFill>
                <a:latin typeface="Calibri"/>
              </a:rPr>
              <a:t>A two-stage pipeline labeled all 637 campaigns with a funnel level, a probability, and a confidence score.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0000"/>
            <a:ext cx="10332720" cy="11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7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ECEBE"/>
                </a:solidFill>
                <a:latin typeface="Calibri"/>
              </a:rPr>
              <a:t>Finding   </a:t>
            </a:r>
            <a:r>
              <a:rPr sz="1600">
                <a:solidFill>
                  <a:srgbClr val="B8C4D4"/>
                </a:solidFill>
                <a:latin typeface="Calibri"/>
              </a:rPr>
              <a:t>Funnel strategy leaves a clear fingerprint in website traffic — bottom-heavy clients convert better and rely on direct &amp; branded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00000"/>
            <a:ext cx="10332720" cy="11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9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A500"/>
                </a:solidFill>
                <a:latin typeface="Calibri"/>
              </a:rPr>
              <a:t>Limitation   </a:t>
            </a:r>
            <a:r>
              <a:rPr sz="1600">
                <a:solidFill>
                  <a:srgbClr val="B8C4D4"/>
                </a:solidFill>
                <a:latin typeface="Calibri"/>
              </a:rPr>
              <a:t>No independent ground truth. The model's labels come from the same rules used to create training data. Correlation ≠ causation in Part 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00000"/>
            <a:ext cx="10332720" cy="1100000"/>
          </a:xfrm>
          <a:prstGeom prst="roundRect">
            <a:avLst/>
          </a:prstGeom>
          <a:solidFill>
            <a:srgbClr val="19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51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Next Step   </a:t>
            </a:r>
            <a:r>
              <a:rPr sz="1600">
                <a:solidFill>
                  <a:srgbClr val="B8C4D4"/>
                </a:solidFill>
                <a:latin typeface="Calibri"/>
              </a:rPr>
              <a:t>Hand-label ~50 campaigns as a truly independent test set. Re-run Part 2 using only high-confidence labels as a robustness check.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00000"/>
            <a:ext cx="1033272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Calibri"/>
              </a:rPr>
              <a:t>Thank you  —  questions welcome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3550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